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58" r:id="rId4"/>
    <p:sldId id="261" r:id="rId5"/>
    <p:sldId id="27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5"/>
    <p:restoredTop sz="96266"/>
  </p:normalViewPr>
  <p:slideViewPr>
    <p:cSldViewPr snapToGrid="0">
      <p:cViewPr varScale="1">
        <p:scale>
          <a:sx n="126" d="100"/>
          <a:sy n="126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lamena Panayotova" userId="0e4e7a80-cc93-4086-98be-274018ec777b" providerId="ADAL" clId="{D33EA055-4D34-54EF-AA2F-1C87B5DC0C0A}"/>
    <pc:docChg chg="addSld delSld modSld">
      <pc:chgData name="Plamena Panayotova" userId="0e4e7a80-cc93-4086-98be-274018ec777b" providerId="ADAL" clId="{D33EA055-4D34-54EF-AA2F-1C87B5DC0C0A}" dt="2026-10-21T17:34:14.967" v="76" actId="2696"/>
      <pc:docMkLst>
        <pc:docMk/>
      </pc:docMkLst>
      <pc:sldChg chg="modSp mod">
        <pc:chgData name="Plamena Panayotova" userId="0e4e7a80-cc93-4086-98be-274018ec777b" providerId="ADAL" clId="{D33EA055-4D34-54EF-AA2F-1C87B5DC0C0A}" dt="2026-10-21T17:17:00.822" v="73" actId="20577"/>
        <pc:sldMkLst>
          <pc:docMk/>
          <pc:sldMk cId="2090249170" sldId="257"/>
        </pc:sldMkLst>
        <pc:spChg chg="mod">
          <ac:chgData name="Plamena Panayotova" userId="0e4e7a80-cc93-4086-98be-274018ec777b" providerId="ADAL" clId="{D33EA055-4D34-54EF-AA2F-1C87B5DC0C0A}" dt="2026-10-21T17:17:00.822" v="73" actId="20577"/>
          <ac:spMkLst>
            <pc:docMk/>
            <pc:sldMk cId="2090249170" sldId="257"/>
            <ac:spMk id="3" creationId="{D128E165-0D28-C917-B417-D04DCAE8CEC7}"/>
          </ac:spMkLst>
        </pc:spChg>
      </pc:sldChg>
      <pc:sldChg chg="del">
        <pc:chgData name="Plamena Panayotova" userId="0e4e7a80-cc93-4086-98be-274018ec777b" providerId="ADAL" clId="{D33EA055-4D34-54EF-AA2F-1C87B5DC0C0A}" dt="2026-10-21T17:34:12.930" v="75" actId="2696"/>
        <pc:sldMkLst>
          <pc:docMk/>
          <pc:sldMk cId="199802280" sldId="265"/>
        </pc:sldMkLst>
      </pc:sldChg>
      <pc:sldChg chg="del">
        <pc:chgData name="Plamena Panayotova" userId="0e4e7a80-cc93-4086-98be-274018ec777b" providerId="ADAL" clId="{D33EA055-4D34-54EF-AA2F-1C87B5DC0C0A}" dt="2026-10-21T17:34:14.967" v="76" actId="2696"/>
        <pc:sldMkLst>
          <pc:docMk/>
          <pc:sldMk cId="1405573019" sldId="269"/>
        </pc:sldMkLst>
      </pc:sldChg>
      <pc:sldChg chg="modSp new del mod">
        <pc:chgData name="Plamena Panayotova" userId="0e4e7a80-cc93-4086-98be-274018ec777b" providerId="ADAL" clId="{D33EA055-4D34-54EF-AA2F-1C87B5DC0C0A}" dt="2026-10-21T17:18:17.836" v="74" actId="2696"/>
        <pc:sldMkLst>
          <pc:docMk/>
          <pc:sldMk cId="65752321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FF0A7-9785-3C58-FB40-5F511E54F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134AE-5088-2C9B-05AB-34F8FC793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E5B76-621E-006C-EE80-1E9E624A1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1DFED-FE51-CB7E-B1EE-53C348E0F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AA6C-4345-35BA-497B-7B7CBB35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0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418B-C4A4-933F-B342-AEB9650D5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5441C-CD63-9274-EAB3-88BA12C9F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C74FF-F9C7-55CE-82CA-1C3494BE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CDAA6-178E-E502-FFAC-106ACCE6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C9180-33C5-46FD-0F66-36501F6B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5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95CB-2A7C-A349-A692-C8A2D1DE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2A0FB-6D30-153D-F106-FF6DA4670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DEE47-A2E1-F297-B0CC-4CD9A3969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A0A14-28CB-C86D-6C50-931655C6F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BE429-2DEF-FCE6-BE45-2E0AC6D8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3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9907-F496-2641-AFAF-D036CE0C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ECC7D-B10C-1A5D-FF06-25A25024E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33647-8EA6-BCED-DF56-455F0139D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2927E-664B-FFF5-5AF2-941C7426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0D4A9-0F50-79A5-C20D-91969D06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14839-D2B3-2B49-3164-84FE6BF6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9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3921-E4C8-E464-C667-9553A52D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DD486-9EB7-B110-89F6-F35813B86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892C8-8732-CF29-1C67-78109342C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F46C0-F55C-7DA1-A775-A668B0E48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78D99A-D5FE-F95C-0141-289C7BB95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E9763-0785-7F89-1E0F-E1015A00B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BECFB-FDD5-4E4F-0ED6-8EF7036D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F98FF-EDCA-3AAC-D11D-2A9AC55D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2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2CEA-FAD2-818B-213E-888659BA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75054-9AF6-B73A-E0F2-079508DD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FFC3F-246B-A8A8-EE90-91F15254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67288-948D-33B9-C623-4B6D62E0E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1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E0D35-5429-1989-F273-437C54AA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B37C9-B90C-9247-E525-4ACB75C3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2D7CD-E2FE-2E2D-7E5D-49EE9F92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2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A9D1-1520-1B6C-7D03-ED169E02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D8CD5-211A-790F-CF50-E5D58CB70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42936-F793-5723-E033-920F90400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27E1F-ABA6-16F2-FAD9-499577E3B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C64CF-AF76-AE62-14ED-E4406BC6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861E5-8A1F-E469-C764-9520BD31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3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6B1D-ADCB-A0D9-D9A1-2F45840E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F0EE96-CE6B-DB86-59BE-E6EC6A041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EA8EC-3F0E-FD2F-A1B7-92BE95256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5FBCD-1503-9972-44EE-6D74D489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972E2-6B87-3AE5-1DFC-7E0F7383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C55CE-8F20-5168-69A1-3455392C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6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415D-3D91-24B4-AF99-4435AB2D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71695-7903-3858-FF63-4B3FDB07B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3ED92-424F-CA72-30B4-366D2415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036CB-648E-1AB6-7C8C-C848F779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BB80D-06B3-CFFD-2D8E-3CC85B82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6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2AFA0-3685-6945-9F43-75CA702C33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68AF1-A1FF-05A0-1570-515EC0ACA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D1F2B-0015-E38E-87E7-883717C1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6213A-9AAA-FC2A-0C7E-9EBB388A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CE35-70C7-DDFE-DF00-FA62F857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5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DCCCD6-3B35-645D-E0C5-7A0801956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C8FB8-8089-0DEF-2B81-3164A079A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83497-C554-DBB4-2569-5227D38CD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421DD-0D12-FD46-AD1F-1F1D67D440B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FDB4C-E82C-5FE5-B27F-A70D95538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F23C4-0296-FC0A-AF8C-E5C679BD1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13F40-D751-934F-BE83-26B5A4A60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3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B06A-C599-0ED0-9189-7A04CE3B1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3362"/>
            <a:ext cx="9144000" cy="2387600"/>
          </a:xfrm>
        </p:spPr>
        <p:txBody>
          <a:bodyPr/>
          <a:lstStyle/>
          <a:p>
            <a:r>
              <a:rPr lang="en-GB" dirty="0"/>
              <a:t>Quantitative Data Analysis Lab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8E165-0D28-C917-B417-D04DCAE8C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3037"/>
            <a:ext cx="9144000" cy="1655762"/>
          </a:xfrm>
        </p:spPr>
        <p:txBody>
          <a:bodyPr>
            <a:normAutofit/>
          </a:bodyPr>
          <a:lstStyle/>
          <a:p>
            <a:r>
              <a:rPr lang="en-GB" sz="4000" dirty="0"/>
              <a:t>23/10/2026</a:t>
            </a:r>
          </a:p>
        </p:txBody>
      </p:sp>
    </p:spTree>
    <p:extLst>
      <p:ext uri="{BB962C8B-B14F-4D97-AF65-F5344CB8AC3E}">
        <p14:creationId xmlns:p14="http://schemas.microsoft.com/office/powerpoint/2010/main" val="209024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8574-8B22-CF61-B96D-95AA13BC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Checklist!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818F0-8D4D-CD71-E78F-7FC3EB0C9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GB" dirty="0"/>
              <a:t>Have you </a:t>
            </a:r>
            <a:r>
              <a:rPr lang="en-GB" b="1" dirty="0"/>
              <a:t>completed </a:t>
            </a:r>
            <a:r>
              <a:rPr lang="en-GB" dirty="0"/>
              <a:t>the exercises from Lab 3? Any outstanding questions?</a:t>
            </a:r>
          </a:p>
          <a:p>
            <a:pPr>
              <a:buFont typeface="Wingdings" pitchFamily="2" charset="2"/>
              <a:buChar char="ü"/>
            </a:pPr>
            <a:r>
              <a:rPr lang="en-GB" dirty="0"/>
              <a:t>Have you selected a </a:t>
            </a:r>
            <a:r>
              <a:rPr lang="en-GB" b="1" dirty="0"/>
              <a:t>dataset for your project </a:t>
            </a:r>
            <a:r>
              <a:rPr lang="en-GB" dirty="0"/>
              <a:t>and loaded it on to R?</a:t>
            </a:r>
          </a:p>
          <a:p>
            <a:pPr>
              <a:buFont typeface="Wingdings" pitchFamily="2" charset="2"/>
              <a:buChar char="ü"/>
            </a:pPr>
            <a:r>
              <a:rPr lang="en-GB" dirty="0"/>
              <a:t>Have you began exploring the variables (DV, IVs) you’ve chosen for your model?</a:t>
            </a:r>
          </a:p>
        </p:txBody>
      </p:sp>
    </p:spTree>
    <p:extLst>
      <p:ext uri="{BB962C8B-B14F-4D97-AF65-F5344CB8AC3E}">
        <p14:creationId xmlns:p14="http://schemas.microsoft.com/office/powerpoint/2010/main" val="277547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A63B2-53AB-92FB-690D-F1CE7B51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67FA5-8C64-AC38-10BF-924572304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 1 – Exploratory data analysis and data visualization:</a:t>
            </a:r>
          </a:p>
          <a:p>
            <a:pPr lvl="1"/>
            <a:r>
              <a:rPr lang="en-US" sz="2600" dirty="0"/>
              <a:t>boxplots</a:t>
            </a:r>
          </a:p>
          <a:p>
            <a:pPr lvl="1"/>
            <a:r>
              <a:rPr lang="en-US" sz="2600" dirty="0"/>
              <a:t>histograms </a:t>
            </a:r>
          </a:p>
          <a:p>
            <a:pPr lvl="1"/>
            <a:r>
              <a:rPr lang="en-US" sz="2600" dirty="0"/>
              <a:t>bar charts</a:t>
            </a:r>
          </a:p>
          <a:p>
            <a:pPr lvl="1"/>
            <a:r>
              <a:rPr lang="en-US" sz="2600" dirty="0"/>
              <a:t>scatterplots</a:t>
            </a:r>
            <a:endParaRPr lang="en-US" dirty="0"/>
          </a:p>
          <a:p>
            <a:r>
              <a:rPr lang="en-US" b="1" dirty="0"/>
              <a:t>Part 2 – Working towards your projects.</a:t>
            </a:r>
          </a:p>
        </p:txBody>
      </p:sp>
    </p:spTree>
    <p:extLst>
      <p:ext uri="{BB962C8B-B14F-4D97-AF65-F5344CB8AC3E}">
        <p14:creationId xmlns:p14="http://schemas.microsoft.com/office/powerpoint/2010/main" val="30075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4FD3-509E-3E2C-C6C6-FBAA1540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B912B-D865-793A-E4FE-3A591BEFA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Make a boxplot showing how </a:t>
            </a:r>
            <a:r>
              <a:rPr lang="en-GB" b="1" i="1" dirty="0">
                <a:solidFill>
                  <a:schemeClr val="accent2"/>
                </a:solidFill>
              </a:rPr>
              <a:t>price</a:t>
            </a:r>
            <a:r>
              <a:rPr lang="en-GB" dirty="0"/>
              <a:t> varies between </a:t>
            </a:r>
            <a:r>
              <a:rPr lang="en-GB" b="1" i="1" dirty="0" err="1">
                <a:solidFill>
                  <a:schemeClr val="accent2"/>
                </a:solidFill>
              </a:rPr>
              <a:t>room_type</a:t>
            </a:r>
            <a:r>
              <a:rPr lang="en-GB" dirty="0"/>
              <a:t>.</a:t>
            </a:r>
          </a:p>
          <a:p>
            <a:r>
              <a:rPr lang="en-GB" dirty="0"/>
              <a:t>Make a plot showing the distribution of </a:t>
            </a:r>
            <a:r>
              <a:rPr lang="en-GB" b="1" i="1" dirty="0">
                <a:solidFill>
                  <a:schemeClr val="accent2"/>
                </a:solidFill>
              </a:rPr>
              <a:t>bedrooms</a:t>
            </a:r>
            <a:r>
              <a:rPr lang="en-GB" dirty="0"/>
              <a:t> among listings.</a:t>
            </a:r>
          </a:p>
          <a:p>
            <a:r>
              <a:rPr lang="en-GB" dirty="0"/>
              <a:t>Make a plot showing the relationship between </a:t>
            </a:r>
            <a:r>
              <a:rPr lang="en-GB" b="1" i="1" dirty="0">
                <a:solidFill>
                  <a:schemeClr val="accent2"/>
                </a:solidFill>
              </a:rPr>
              <a:t>price</a:t>
            </a:r>
            <a:r>
              <a:rPr lang="en-GB" dirty="0"/>
              <a:t> and </a:t>
            </a:r>
            <a:r>
              <a:rPr lang="en-GB" b="1" i="1" dirty="0" err="1">
                <a:solidFill>
                  <a:schemeClr val="accent2"/>
                </a:solidFill>
              </a:rPr>
              <a:t>review_score_rating</a:t>
            </a:r>
            <a:r>
              <a:rPr lang="en-GB" dirty="0"/>
              <a:t>.</a:t>
            </a:r>
          </a:p>
          <a:p>
            <a:r>
              <a:rPr lang="en-GB" dirty="0"/>
              <a:t>Make a plot showing the distribution of </a:t>
            </a:r>
            <a:r>
              <a:rPr lang="en-GB" b="1" i="1" dirty="0" err="1">
                <a:solidFill>
                  <a:schemeClr val="accent2"/>
                </a:solidFill>
              </a:rPr>
              <a:t>property_type</a:t>
            </a:r>
            <a:r>
              <a:rPr lang="en-GB" dirty="0"/>
              <a:t>.</a:t>
            </a:r>
          </a:p>
          <a:p>
            <a:r>
              <a:rPr lang="en-GB" dirty="0"/>
              <a:t>Make a table showing the top 10 neighbourhoods (based on number of listings).</a:t>
            </a:r>
          </a:p>
          <a:p>
            <a:r>
              <a:rPr lang="en-GB" dirty="0"/>
              <a:t>Make a plot showing the top 10 neighbourhoods (based on number of listings).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738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4528-B2D7-8559-7359-24579AD8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13B53-579C-2ABB-37F8-C2EC7ECF5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Discuss choice of dataset and variables </a:t>
            </a:r>
            <a:r>
              <a:rPr lang="en-US" b="1"/>
              <a:t>with the tutor</a:t>
            </a:r>
            <a:r>
              <a:rPr lang="en-US" b="1" dirty="0"/>
              <a:t>.</a:t>
            </a:r>
          </a:p>
          <a:p>
            <a:r>
              <a:rPr lang="en-US" b="1" dirty="0"/>
              <a:t>Data cleaning:</a:t>
            </a:r>
          </a:p>
          <a:p>
            <a:pPr lvl="1"/>
            <a:r>
              <a:rPr lang="en-US" dirty="0"/>
              <a:t>Load your data on to R.</a:t>
            </a:r>
          </a:p>
          <a:p>
            <a:pPr lvl="1"/>
            <a:r>
              <a:rPr lang="en-US" dirty="0"/>
              <a:t>Examine your variables (class, categories, missing values).</a:t>
            </a:r>
          </a:p>
          <a:p>
            <a:pPr lvl="1"/>
            <a:r>
              <a:rPr lang="en-US" dirty="0"/>
              <a:t>Select a subset (if necessary).</a:t>
            </a:r>
          </a:p>
          <a:p>
            <a:pPr lvl="1"/>
            <a:r>
              <a:rPr lang="en-US" dirty="0"/>
              <a:t>Filter values/categories.</a:t>
            </a:r>
          </a:p>
          <a:p>
            <a:pPr lvl="1"/>
            <a:r>
              <a:rPr lang="en-US" dirty="0"/>
              <a:t>Coerce variables into the appropriate type for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80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213</Words>
  <Application>Microsoft Macintosh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Quantitative Data Analysis Lab 4</vt:lpstr>
      <vt:lpstr>Checklist!</vt:lpstr>
      <vt:lpstr>Today</vt:lpstr>
      <vt:lpstr>Part 1</vt:lpstr>
      <vt:lpstr>Part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Plamena Panayotova</dc:creator>
  <cp:lastModifiedBy>Plamena Panayotova</cp:lastModifiedBy>
  <cp:revision>1</cp:revision>
  <dcterms:created xsi:type="dcterms:W3CDTF">2025-10-23T16:23:27Z</dcterms:created>
  <dcterms:modified xsi:type="dcterms:W3CDTF">2026-10-21T17:34:22Z</dcterms:modified>
</cp:coreProperties>
</file>