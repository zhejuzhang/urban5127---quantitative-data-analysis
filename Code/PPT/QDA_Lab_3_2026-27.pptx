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266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lamena Panayotova" userId="0e4e7a80-cc93-4086-98be-274018ec777b" providerId="ADAL" clId="{D33EA055-4D34-54EF-AA2F-1C87B5DC0C0A}"/>
    <pc:docChg chg="custSel modSld">
      <pc:chgData name="Plamena Panayotova" userId="0e4e7a80-cc93-4086-98be-274018ec777b" providerId="ADAL" clId="{D33EA055-4D34-54EF-AA2F-1C87B5DC0C0A}" dt="2026-10-16T07:42:27.142" v="246" actId="1076"/>
      <pc:docMkLst>
        <pc:docMk/>
      </pc:docMkLst>
      <pc:sldChg chg="modSp mod">
        <pc:chgData name="Plamena Panayotova" userId="0e4e7a80-cc93-4086-98be-274018ec777b" providerId="ADAL" clId="{D33EA055-4D34-54EF-AA2F-1C87B5DC0C0A}" dt="2026-10-16T06:52:34.661" v="129" actId="20577"/>
        <pc:sldMkLst>
          <pc:docMk/>
          <pc:sldMk cId="2090249170" sldId="257"/>
        </pc:sldMkLst>
        <pc:spChg chg="mod">
          <ac:chgData name="Plamena Panayotova" userId="0e4e7a80-cc93-4086-98be-274018ec777b" providerId="ADAL" clId="{D33EA055-4D34-54EF-AA2F-1C87B5DC0C0A}" dt="2026-10-16T06:52:34.661" v="129" actId="20577"/>
          <ac:spMkLst>
            <pc:docMk/>
            <pc:sldMk cId="2090249170" sldId="257"/>
            <ac:spMk id="3" creationId="{D128E165-0D28-C917-B417-D04DCAE8CEC7}"/>
          </ac:spMkLst>
        </pc:spChg>
      </pc:sldChg>
      <pc:sldChg chg="addSp delSp modSp mod">
        <pc:chgData name="Plamena Panayotova" userId="0e4e7a80-cc93-4086-98be-274018ec777b" providerId="ADAL" clId="{D33EA055-4D34-54EF-AA2F-1C87B5DC0C0A}" dt="2026-10-16T07:42:27.142" v="246" actId="1076"/>
        <pc:sldMkLst>
          <pc:docMk/>
          <pc:sldMk cId="1449960123" sldId="259"/>
        </pc:sldMkLst>
        <pc:picChg chg="del">
          <ac:chgData name="Plamena Panayotova" userId="0e4e7a80-cc93-4086-98be-274018ec777b" providerId="ADAL" clId="{D33EA055-4D34-54EF-AA2F-1C87B5DC0C0A}" dt="2026-10-16T07:41:59.874" v="237" actId="478"/>
          <ac:picMkLst>
            <pc:docMk/>
            <pc:sldMk cId="1449960123" sldId="259"/>
            <ac:picMk id="5" creationId="{D2A59FF6-68B9-1450-9FF2-1F937357B2B2}"/>
          </ac:picMkLst>
        </pc:picChg>
        <pc:picChg chg="add mod">
          <ac:chgData name="Plamena Panayotova" userId="0e4e7a80-cc93-4086-98be-274018ec777b" providerId="ADAL" clId="{D33EA055-4D34-54EF-AA2F-1C87B5DC0C0A}" dt="2026-10-16T07:42:27.142" v="246" actId="1076"/>
          <ac:picMkLst>
            <pc:docMk/>
            <pc:sldMk cId="1449960123" sldId="259"/>
            <ac:picMk id="6" creationId="{27A66C1C-47EF-C753-1F6D-145FA5FCD4DB}"/>
          </ac:picMkLst>
        </pc:picChg>
      </pc:sldChg>
      <pc:sldChg chg="delSp modSp mod">
        <pc:chgData name="Plamena Panayotova" userId="0e4e7a80-cc93-4086-98be-274018ec777b" providerId="ADAL" clId="{D33EA055-4D34-54EF-AA2F-1C87B5DC0C0A}" dt="2026-10-16T07:38:25.001" v="166" actId="20577"/>
        <pc:sldMkLst>
          <pc:docMk/>
          <pc:sldMk cId="1055583457" sldId="260"/>
        </pc:sldMkLst>
        <pc:spChg chg="mod">
          <ac:chgData name="Plamena Panayotova" userId="0e4e7a80-cc93-4086-98be-274018ec777b" providerId="ADAL" clId="{D33EA055-4D34-54EF-AA2F-1C87B5DC0C0A}" dt="2026-10-16T07:38:25.001" v="166" actId="20577"/>
          <ac:spMkLst>
            <pc:docMk/>
            <pc:sldMk cId="1055583457" sldId="260"/>
            <ac:spMk id="3" creationId="{933BE53B-ADC1-4410-FB5D-DB8538606C71}"/>
          </ac:spMkLst>
        </pc:spChg>
        <pc:picChg chg="del">
          <ac:chgData name="Plamena Panayotova" userId="0e4e7a80-cc93-4086-98be-274018ec777b" providerId="ADAL" clId="{D33EA055-4D34-54EF-AA2F-1C87B5DC0C0A}" dt="2026-10-16T06:53:25.136" v="130" actId="478"/>
          <ac:picMkLst>
            <pc:docMk/>
            <pc:sldMk cId="1055583457" sldId="260"/>
            <ac:picMk id="5" creationId="{1E0D1AC9-E2B0-A682-03A9-1239960A9430}"/>
          </ac:picMkLst>
        </pc:picChg>
      </pc:sldChg>
      <pc:sldChg chg="modSp mod">
        <pc:chgData name="Plamena Panayotova" userId="0e4e7a80-cc93-4086-98be-274018ec777b" providerId="ADAL" clId="{D33EA055-4D34-54EF-AA2F-1C87B5DC0C0A}" dt="2026-10-16T07:41:02.511" v="236" actId="255"/>
        <pc:sldMkLst>
          <pc:docMk/>
          <pc:sldMk cId="107582129" sldId="262"/>
        </pc:sldMkLst>
        <pc:spChg chg="mod">
          <ac:chgData name="Plamena Panayotova" userId="0e4e7a80-cc93-4086-98be-274018ec777b" providerId="ADAL" clId="{D33EA055-4D34-54EF-AA2F-1C87B5DC0C0A}" dt="2026-10-16T07:41:02.511" v="236" actId="255"/>
          <ac:spMkLst>
            <pc:docMk/>
            <pc:sldMk cId="107582129" sldId="262"/>
            <ac:spMk id="3" creationId="{DD7ABC9A-62FF-4E23-0C35-2E8F9F9D38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F1A97-5FF3-71FA-1699-0BAEA9BA9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44CF2-6429-B671-53D2-D006E6B1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2190D-FB1C-3B1A-FBF6-0B398830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FA331-A79D-75B6-EEC7-B28095C84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6B161-5ACC-DE89-B9A2-B8A79B642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862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A9F6-F488-6CF0-FDD1-864A7886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85148-9810-9E2C-1473-39C04580F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F0685-A987-D9F3-C435-8FE3A7B0A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4E9B7-A914-5663-13E3-6F9BA278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F9DAE-5CC4-8C3B-3456-AE862B79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282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17C13-B345-D88B-CFD9-10513BE1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0278B-318C-02A8-77E7-6FE9F9D62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B1913-68D3-C4A7-030D-4D06EB64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6C457-E989-B32A-85DA-01B8645A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DA3C7-1EEC-CF1D-C929-FEB6EFAB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60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6521-DC8E-F734-E01E-43339F4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B1A2C-5B32-424E-CA95-4E17BBBD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AF076-D636-91E7-E648-432A87AE7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94914-1328-110F-1CD3-5E8942240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7CF3D-D2A8-4E95-C5F8-53DFE0AA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C31F8-E723-52B7-DDE2-BCF8501BD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65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6263-3A5B-7004-D010-38570F48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7BD97-77F6-46BD-E504-C3891DAE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5F66C-050C-5947-E316-9D7B5C2ED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258D9-CC55-B92F-B379-4CE6F2647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5C7B3-2D46-4060-8AB2-B28D512F4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2ECADB-B140-C718-FCA4-022C6C27A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6753B7-834B-8C33-7182-8A10505C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031FED-5205-AECC-DD95-458B2F76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676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08FF-2851-3C5E-8CEE-60C2C827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E5857-B317-D608-35A3-DADEC0B4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ADB1F-0EC6-7606-F854-6759869D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2BF18-3E85-72AC-2F7D-CB86D34A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24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7F3502-9BAB-3565-C204-5077EDDD0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4D4564-26BA-C5EF-2EFD-A38B0C32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B1C7B-AB6C-B00B-3111-03F5ACF1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46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2FBC-D95F-9801-3E2B-4CD4B9DA3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99E6E-0AC7-795B-ABDA-4FD8FE13B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92CC0-4D37-6485-BDCD-11E7E260B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F05BA-AB8A-FA30-3E58-1CB10EB6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3E3AD-2F94-E46A-3359-66D3EB8C4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55473-35EF-F584-1B06-E2A4F902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8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4478-96A3-500E-90A8-620C5B844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7BB77-11D2-667C-E1C1-7E2A4E777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A6CA3-C886-12AC-5DB6-F5463F1DE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F1859-89D1-5685-E0AA-1544561D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737FA-13C2-BE57-68B2-38B5468F4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18BF2-BF41-8C98-AE7D-59173EAF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05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CCD6-C2B2-A643-F387-BE9CC1DC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A8C72-59F1-402B-FBDC-CFB9FC4EA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A303C-AA6C-B5E4-8496-F6D92BC2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629CF-534E-5F98-4BA4-C802DB4BD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FC259-7C76-DAD4-8756-421B7E2A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64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20792-0937-AFF3-BE04-8ED22AA70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30FE0-D0D2-4CE3-5D26-7696D8786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860DD-0FD4-1C33-3FA5-D6B45BB4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03CA3-BAA8-6D8F-1D28-A961893E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F18F5-B745-F012-BEDB-1309E578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90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1832A-B698-D71B-EAA2-C300F221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FF4B-A87E-ED59-8F6A-1090BE2E7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82F75-C467-6AC6-8DA3-22DE2B7C5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BE2BA7-225C-D04D-A1EB-F448C0ACD9C1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FB6D3-F324-9647-6997-90F31BB2F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9A1C2-EDBA-D53B-51D6-D0F5AC7AA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2780-E381-CC4A-A7F1-2FE5EABF8D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41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B06A-C599-0ED0-9189-7A04CE3B1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3362"/>
            <a:ext cx="9144000" cy="2387600"/>
          </a:xfrm>
        </p:spPr>
        <p:txBody>
          <a:bodyPr/>
          <a:lstStyle/>
          <a:p>
            <a:r>
              <a:rPr lang="en-GB" dirty="0"/>
              <a:t>Quantitative Data Analysis Lab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8E165-0D28-C917-B417-D04DCAE8C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3037"/>
            <a:ext cx="9144000" cy="1655762"/>
          </a:xfrm>
        </p:spPr>
        <p:txBody>
          <a:bodyPr>
            <a:normAutofit/>
          </a:bodyPr>
          <a:lstStyle/>
          <a:p>
            <a:r>
              <a:rPr lang="en-GB" sz="4000" dirty="0"/>
              <a:t>16/10/2026</a:t>
            </a:r>
          </a:p>
        </p:txBody>
      </p:sp>
    </p:spTree>
    <p:extLst>
      <p:ext uri="{BB962C8B-B14F-4D97-AF65-F5344CB8AC3E}">
        <p14:creationId xmlns:p14="http://schemas.microsoft.com/office/powerpoint/2010/main" val="209024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14CF-7A8A-4097-16A3-6ABF9F0D4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Checklist!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2CA9C-577A-9E8B-F4ED-EA96151AC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GB" dirty="0"/>
              <a:t>Have you </a:t>
            </a:r>
            <a:r>
              <a:rPr lang="en-GB" b="1" dirty="0"/>
              <a:t>set up an R project </a:t>
            </a:r>
            <a:r>
              <a:rPr lang="en-GB" dirty="0"/>
              <a:t>and do you know where to find it?</a:t>
            </a:r>
          </a:p>
          <a:p>
            <a:pPr>
              <a:buFont typeface="Wingdings" pitchFamily="2" charset="2"/>
              <a:buChar char="ü"/>
            </a:pPr>
            <a:r>
              <a:rPr lang="en-GB" dirty="0"/>
              <a:t>Have you </a:t>
            </a:r>
            <a:r>
              <a:rPr lang="en-GB" b="1" dirty="0"/>
              <a:t>downloaded the </a:t>
            </a:r>
            <a:r>
              <a:rPr lang="en-GB" b="1" dirty="0" err="1"/>
              <a:t>AirBnB</a:t>
            </a:r>
            <a:r>
              <a:rPr lang="en-GB" b="1" dirty="0"/>
              <a:t> data </a:t>
            </a:r>
            <a:r>
              <a:rPr lang="en-GB" dirty="0"/>
              <a:t>and </a:t>
            </a:r>
            <a:r>
              <a:rPr lang="en-GB" b="1" dirty="0"/>
              <a:t>added it to the R project folder</a:t>
            </a:r>
            <a:r>
              <a:rPr lang="en-GB" dirty="0"/>
              <a:t>?</a:t>
            </a:r>
          </a:p>
          <a:p>
            <a:pPr>
              <a:buFont typeface="Wingdings" pitchFamily="2" charset="2"/>
              <a:buChar char="ü"/>
            </a:pPr>
            <a:r>
              <a:rPr lang="en-GB" dirty="0"/>
              <a:t>Have you completed all exercises from Labs 1 and 2 in </a:t>
            </a:r>
            <a:r>
              <a:rPr lang="en-GB" b="1" dirty="0"/>
              <a:t>an R Markdown document </a:t>
            </a:r>
            <a:r>
              <a:rPr lang="en-GB" dirty="0"/>
              <a:t>(or two separate R Markdown documents)?</a:t>
            </a:r>
          </a:p>
          <a:p>
            <a:pPr lvl="1">
              <a:buFont typeface="Wingdings" pitchFamily="2" charset="2"/>
              <a:buChar char="ü"/>
            </a:pPr>
            <a:r>
              <a:rPr lang="en-GB" dirty="0"/>
              <a:t>Any questions? </a:t>
            </a:r>
          </a:p>
          <a:p>
            <a:pPr>
              <a:buFont typeface="Wingdings" pitchFamily="2" charset="2"/>
              <a:buChar char="ü"/>
            </a:pPr>
            <a:r>
              <a:rPr lang="en-GB" dirty="0"/>
              <a:t>Have you made progress </a:t>
            </a:r>
            <a:r>
              <a:rPr lang="en-GB" b="1" dirty="0"/>
              <a:t>finding a dataset </a:t>
            </a:r>
            <a:r>
              <a:rPr lang="en-GB" dirty="0"/>
              <a:t>for your projects?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289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72FA-53D1-DAF8-744C-3D0C19FD5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1 – Basic 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B9E83-1F30-C90D-AC19-13B4B5B78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08589" cy="4351338"/>
          </a:xfrm>
        </p:spPr>
        <p:txBody>
          <a:bodyPr>
            <a:noAutofit/>
          </a:bodyPr>
          <a:lstStyle/>
          <a:p>
            <a:r>
              <a:rPr lang="en-GB" dirty="0"/>
              <a:t>We’ll be using a package called </a:t>
            </a:r>
            <a:r>
              <a:rPr lang="en-GB" b="1" dirty="0">
                <a:solidFill>
                  <a:srgbClr val="C00000"/>
                </a:solidFill>
              </a:rPr>
              <a:t>ggplot2</a:t>
            </a:r>
            <a:r>
              <a:rPr lang="en-GB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ggplot2 cheat sheet </a:t>
            </a:r>
            <a:r>
              <a:rPr lang="en-US" dirty="0"/>
              <a:t>via QR code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A66C1C-47EF-C753-1F6D-145FA5FCD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789" y="1263908"/>
            <a:ext cx="5445211" cy="544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6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C1196-3C13-B778-10A1-FFFD991C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C20A-114B-FAFD-088F-F9A9E90A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1 – Basic 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ABC9A-62FF-4E23-0C35-2E8F9F9D3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Use David’ lecture notes to help you solve the following exercises:</a:t>
            </a:r>
          </a:p>
          <a:p>
            <a:pPr lvl="1"/>
            <a:r>
              <a:rPr lang="en-GB" sz="2600" dirty="0"/>
              <a:t>Make sure that the variables </a:t>
            </a:r>
            <a:r>
              <a:rPr lang="en-GB" sz="2600" b="1" i="1" dirty="0">
                <a:solidFill>
                  <a:schemeClr val="accent2"/>
                </a:solidFill>
              </a:rPr>
              <a:t>price</a:t>
            </a:r>
            <a:r>
              <a:rPr lang="en-GB" sz="2600" dirty="0"/>
              <a:t>, </a:t>
            </a:r>
            <a:r>
              <a:rPr lang="en-GB" sz="2600" b="1" i="1" dirty="0" err="1">
                <a:solidFill>
                  <a:schemeClr val="accent2"/>
                </a:solidFill>
              </a:rPr>
              <a:t>room_type</a:t>
            </a:r>
            <a:r>
              <a:rPr lang="en-GB" sz="2600" b="1" dirty="0">
                <a:solidFill>
                  <a:schemeClr val="accent2"/>
                </a:solidFill>
              </a:rPr>
              <a:t> </a:t>
            </a:r>
            <a:r>
              <a:rPr lang="en-GB" sz="2600" dirty="0"/>
              <a:t>and </a:t>
            </a:r>
            <a:r>
              <a:rPr lang="en-GB" sz="2600" b="1" i="1" dirty="0" err="1">
                <a:solidFill>
                  <a:schemeClr val="accent2"/>
                </a:solidFill>
              </a:rPr>
              <a:t>review_scores_rating</a:t>
            </a:r>
            <a:r>
              <a:rPr lang="en-GB" sz="2600" b="1" i="1" dirty="0">
                <a:solidFill>
                  <a:schemeClr val="accent2"/>
                </a:solidFill>
              </a:rPr>
              <a:t> </a:t>
            </a:r>
            <a:r>
              <a:rPr lang="en-GB" sz="2600" dirty="0"/>
              <a:t>are in the </a:t>
            </a:r>
            <a:r>
              <a:rPr lang="en-GB" sz="2600" b="1" dirty="0"/>
              <a:t>appropriate format </a:t>
            </a:r>
            <a:r>
              <a:rPr lang="en-GB" sz="2600" dirty="0"/>
              <a:t>(code from Labs 1 and 2).</a:t>
            </a:r>
          </a:p>
          <a:p>
            <a:pPr lvl="1"/>
            <a:r>
              <a:rPr lang="en-GB" sz="2600" dirty="0"/>
              <a:t>Make a </a:t>
            </a:r>
            <a:r>
              <a:rPr lang="en-GB" sz="2600" b="1" dirty="0"/>
              <a:t>histogram</a:t>
            </a:r>
            <a:r>
              <a:rPr lang="en-GB" sz="2600" dirty="0"/>
              <a:t> of the </a:t>
            </a:r>
            <a:r>
              <a:rPr lang="en-GB" sz="2600" b="1" i="1" dirty="0">
                <a:solidFill>
                  <a:schemeClr val="accent2"/>
                </a:solidFill>
              </a:rPr>
              <a:t>price</a:t>
            </a:r>
            <a:r>
              <a:rPr lang="en-GB" sz="2600" dirty="0"/>
              <a:t> variable. Ensure that the scales make sense and that you label it accordingly.</a:t>
            </a:r>
          </a:p>
          <a:p>
            <a:pPr lvl="1"/>
            <a:r>
              <a:rPr lang="en-GB" sz="2600" dirty="0"/>
              <a:t>Make a </a:t>
            </a:r>
            <a:r>
              <a:rPr lang="en-GB" sz="2600" b="1" dirty="0"/>
              <a:t>density plot </a:t>
            </a:r>
            <a:r>
              <a:rPr lang="en-GB" sz="2600" dirty="0"/>
              <a:t>of </a:t>
            </a:r>
            <a:r>
              <a:rPr lang="en-GB" sz="2600" b="1" i="1" dirty="0">
                <a:solidFill>
                  <a:schemeClr val="accent2"/>
                </a:solidFill>
              </a:rPr>
              <a:t>price</a:t>
            </a:r>
            <a:r>
              <a:rPr lang="en-GB" sz="2600" dirty="0"/>
              <a:t> showing how the price varies by </a:t>
            </a:r>
            <a:r>
              <a:rPr lang="en-GB" sz="2600" b="1" i="1" dirty="0" err="1">
                <a:solidFill>
                  <a:schemeClr val="accent2"/>
                </a:solidFill>
              </a:rPr>
              <a:t>room_type</a:t>
            </a:r>
            <a:r>
              <a:rPr lang="en-GB" sz="2600" dirty="0"/>
              <a:t>. Ensure that the scales make sense and that you label the chart accordingly.</a:t>
            </a:r>
          </a:p>
          <a:p>
            <a:pPr lvl="1"/>
            <a:r>
              <a:rPr lang="en-GB" sz="2600" dirty="0"/>
              <a:t>Make a </a:t>
            </a:r>
            <a:r>
              <a:rPr lang="en-GB" sz="2600" b="1" dirty="0"/>
              <a:t>histogram</a:t>
            </a:r>
            <a:r>
              <a:rPr lang="en-GB" sz="2600" dirty="0"/>
              <a:t> or a density plot of </a:t>
            </a:r>
            <a:r>
              <a:rPr lang="en-GB" sz="2600" b="1" i="1" dirty="0" err="1">
                <a:solidFill>
                  <a:schemeClr val="accent2"/>
                </a:solidFill>
              </a:rPr>
              <a:t>review_scores_rating</a:t>
            </a:r>
            <a:r>
              <a:rPr lang="en-GB" sz="2600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58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5069-B714-FEA0-C87C-D9DF9508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2 – Working towards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E53B-ADC1-4410-FB5D-DB85386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r>
              <a:rPr lang="en-GB" sz="2600" dirty="0"/>
              <a:t>If you have it, write down:</a:t>
            </a:r>
          </a:p>
          <a:p>
            <a:pPr lvl="1"/>
            <a:r>
              <a:rPr lang="en-GB" dirty="0"/>
              <a:t>your project title; </a:t>
            </a:r>
          </a:p>
          <a:p>
            <a:pPr lvl="1"/>
            <a:r>
              <a:rPr lang="en-GB" dirty="0"/>
              <a:t>your research question; </a:t>
            </a:r>
          </a:p>
          <a:p>
            <a:pPr lvl="1"/>
            <a:r>
              <a:rPr lang="en-GB" dirty="0"/>
              <a:t>the dataset you’ve chosen;</a:t>
            </a:r>
          </a:p>
          <a:p>
            <a:pPr lvl="1"/>
            <a:r>
              <a:rPr lang="en-GB" dirty="0"/>
              <a:t>the variables you’ve chosen (</a:t>
            </a:r>
            <a:r>
              <a:rPr lang="en-GB" b="1" dirty="0"/>
              <a:t>DV (numeric!) and IVs).</a:t>
            </a:r>
          </a:p>
          <a:p>
            <a:r>
              <a:rPr lang="en-GB" sz="2600" b="1" dirty="0"/>
              <a:t>If you have chosen a dataset:</a:t>
            </a:r>
          </a:p>
          <a:p>
            <a:pPr lvl="1"/>
            <a:r>
              <a:rPr lang="en-GB" dirty="0"/>
              <a:t>Create a </a:t>
            </a:r>
            <a:r>
              <a:rPr lang="en-GB" b="1" dirty="0"/>
              <a:t>new</a:t>
            </a:r>
            <a:r>
              <a:rPr lang="en-GB" dirty="0"/>
              <a:t> R project. Download the dataset and add it to the project folder.</a:t>
            </a:r>
          </a:p>
          <a:p>
            <a:pPr lvl="1"/>
            <a:r>
              <a:rPr lang="en-GB" dirty="0"/>
              <a:t>Read the data onto R.</a:t>
            </a:r>
            <a:r>
              <a:rPr lang="en-GB" b="1" dirty="0"/>
              <a:t> 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583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279</Words>
  <Application>Microsoft Macintosh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Quantitative Data Analysis Lab 3</vt:lpstr>
      <vt:lpstr>Checklist!</vt:lpstr>
      <vt:lpstr>Part 1 – Basic data visualisation</vt:lpstr>
      <vt:lpstr>Part 1 – Basic data visualisation</vt:lpstr>
      <vt:lpstr>Part 2 – Working towards your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Plamena Panayotova</dc:creator>
  <cp:lastModifiedBy>Plamena Panayotova</cp:lastModifiedBy>
  <cp:revision>1</cp:revision>
  <dcterms:created xsi:type="dcterms:W3CDTF">2025-10-16T16:10:51Z</dcterms:created>
  <dcterms:modified xsi:type="dcterms:W3CDTF">2026-10-16T07:42:30Z</dcterms:modified>
</cp:coreProperties>
</file>